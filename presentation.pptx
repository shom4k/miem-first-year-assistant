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ae4544f84410c" /><Relationship Type="http://schemas.openxmlformats.org/officeDocument/2006/relationships/extended-properties" Target="/docProps/app.xml" Id="Rc1ecbd9b6bcf4daa" /><Relationship Type="http://schemas.openxmlformats.org/officeDocument/2006/relationships/officeDocument" Target="/ppt/presentation.xml" Id="R1a1ae8e1d514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4b8fba25647fe"/>
  </p:sldMasterIdLst>
  <p:notesMasterIdLst>
    <p:notesMasterId xmlns:r="http://schemas.openxmlformats.org/officeDocument/2006/relationships" r:id="Re84ae681cc004a4d"/>
  </p:notesMasterIdLst>
  <p:sldIdLst>
    <p:sldId xmlns:r="http://schemas.openxmlformats.org/officeDocument/2006/relationships" id="256" r:id="R1114ffff241f4ec6"/>
    <p:sldId xmlns:r="http://schemas.openxmlformats.org/officeDocument/2006/relationships" id="257" r:id="R4206a14e35b646d0"/>
    <p:sldId xmlns:r="http://schemas.openxmlformats.org/officeDocument/2006/relationships" id="258" r:id="Rbd7752a731e44688"/>
    <p:sldId xmlns:r="http://schemas.openxmlformats.org/officeDocument/2006/relationships" id="259" r:id="R9467453cd4874476"/>
    <p:sldId xmlns:r="http://schemas.openxmlformats.org/officeDocument/2006/relationships" id="260" r:id="Raa5526f54a3143dd"/>
    <p:sldId xmlns:r="http://schemas.openxmlformats.org/officeDocument/2006/relationships" id="261" r:id="R28b2781538ff43f9"/>
    <p:sldId xmlns:r="http://schemas.openxmlformats.org/officeDocument/2006/relationships" id="262" r:id="Rabbe2a053172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bce4a310f94cf1" /><Relationship Type="http://schemas.openxmlformats.org/officeDocument/2006/relationships/slideMaster" Target="/ppt/slideMasters/slideMaster1.xml" Id="R1404b8fba25647fe" /><Relationship Type="http://schemas.openxmlformats.org/officeDocument/2006/relationships/notesMaster" Target="/ppt/notesMasters/notesMaster1.xml" Id="Re84ae681cc004a4d" /><Relationship Type="http://schemas.openxmlformats.org/officeDocument/2006/relationships/presProps" Target="/ppt/presProps.xml" Id="Rc46c72bd05d341b6" /><Relationship Type="http://schemas.openxmlformats.org/officeDocument/2006/relationships/tableStyles" Target="/ppt/tableStyles.xml" Id="R148cf5cebed44965" /><Relationship Type="http://schemas.openxmlformats.org/officeDocument/2006/relationships/slide" Target="/ppt/slides/slide1.xml" Id="R1114ffff241f4ec6" /><Relationship Type="http://schemas.openxmlformats.org/officeDocument/2006/relationships/slide" Target="/ppt/slides/slide2.xml" Id="R4206a14e35b646d0" /><Relationship Type="http://schemas.openxmlformats.org/officeDocument/2006/relationships/slide" Target="/ppt/slides/slide3.xml" Id="Rbd7752a731e44688" /><Relationship Type="http://schemas.openxmlformats.org/officeDocument/2006/relationships/slide" Target="/ppt/slides/slide4.xml" Id="R9467453cd4874476" /><Relationship Type="http://schemas.openxmlformats.org/officeDocument/2006/relationships/slide" Target="/ppt/slides/slide5.xml" Id="Raa5526f54a3143dd" /><Relationship Type="http://schemas.openxmlformats.org/officeDocument/2006/relationships/slide" Target="/ppt/slides/slide6.xml" Id="R28b2781538ff43f9" /><Relationship Type="http://schemas.openxmlformats.org/officeDocument/2006/relationships/slide" Target="/ppt/slides/slide7.xml" Id="Rabbe2a053172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590b068dd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2ddc9e6214673" /><Relationship Type="http://schemas.openxmlformats.org/officeDocument/2006/relationships/notesMaster" Target="/ppt/notesMasters/notesMaster1.xml" Id="Rf216f578bd08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a9542918944d4" /><Relationship Type="http://schemas.openxmlformats.org/officeDocument/2006/relationships/notesMaster" Target="/ppt/notesMasters/notesMaster1.xml" Id="R0b31672401d5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89f0dd1f04c75" /><Relationship Type="http://schemas.openxmlformats.org/officeDocument/2006/relationships/notesMaster" Target="/ppt/notesMasters/notesMaster1.xml" Id="Re0b507685abb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c732e06e294629" /><Relationship Type="http://schemas.openxmlformats.org/officeDocument/2006/relationships/notesMaster" Target="/ppt/notesMasters/notesMaster1.xml" Id="R587bd829344e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1cb30026341c8" /><Relationship Type="http://schemas.openxmlformats.org/officeDocument/2006/relationships/notesMaster" Target="/ppt/notesMasters/notesMaster1.xml" Id="R76d7ff0a76a4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0da5075bf3470c" /><Relationship Type="http://schemas.openxmlformats.org/officeDocument/2006/relationships/notesMaster" Target="/ppt/notesMasters/notesMaster1.xml" Id="R2b98100aa6ef44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8270eb77a4eff" /><Relationship Type="http://schemas.openxmlformats.org/officeDocument/2006/relationships/notesMaster" Target="/ppt/notesMasters/notesMaster1.xml" Id="R308651b1bb79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https://www.hse.ru/ba/isct/courses?course=1.1.1.4&amp;page=1&amp;year=2026 и page2.html?course=1.1.1.4&amp;year=2026. Снимок 22.10.2026. Охват: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Реализация: miem_assistant/engine.py. Веса словарного и символьного поиска: 0.65 и 0.35. Символьные n-граммы 3–5. Извлечение разделов: scripts/collect.py. Это extractive QA, без генеративной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архитектуры в условиях 3,5 часа. LLM разрешена заданием, но не является обязательной. Следующая итерация может добавить генерацию с опорой на найденный контекст.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запуски: reports/evaluation.json и reports/test_results.md, scripts/evaluate.py. Технические тесты: tests/test_engine.py. Группа ограничений не включается в 24/24.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Примеры L01–L12 в reports/test_results.md. Формула: https://www.hse.ru/ba/isct/courses/1197128651.html#intermediate_certification. Нельзя исправлять коэффициенты без уточнения у преподавателя.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улучшений, не реализованные возможности. Запуск текущего прототипа: python -m streamlit run app.py. Артефакты: README.md, reports/test_results.md, output/miem-assistant.pptx.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dd3d6765941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c7f77289e40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c23851ccc4c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717ed60c947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93fe3c99c4e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c41d56fe24d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D740C4-401C-4AF7-A7FA-8515C6EAA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023DFA-B0FF-4187-A431-516685ACFA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E8D2B2-016C-4940-81B2-E7A0D459A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C06EE1-9E16-4FA1-B3BD-54B5D6917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C613B6-2995-487E-8642-6A6DA27B7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ED8EDB-61E7-4904-A76E-B2A6C814E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D5F914-69ED-4845-9705-C2E930AEC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D6ABEE-10DE-429A-8B61-C540BEA900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C7BDCD-319A-4AAC-9328-3B2BDCA50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100B7F-9071-48A7-8766-DA0A5DE07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71f31e5a94b79" /><Relationship Type="http://schemas.openxmlformats.org/officeDocument/2006/relationships/slideLayout" Target="/ppt/slideLayouts/slideLayout1.xml" Id="R8eb78ab18c534108" /><Relationship Type="http://schemas.openxmlformats.org/officeDocument/2006/relationships/slideLayout" Target="/ppt/slideLayouts/slideLayout2.xml" Id="R61b597f65d084771" /><Relationship Type="http://schemas.openxmlformats.org/officeDocument/2006/relationships/slideLayout" Target="/ppt/slideLayouts/slideLayout3.xml" Id="R016bc3a95daa488e" /><Relationship Type="http://schemas.openxmlformats.org/officeDocument/2006/relationships/slideLayout" Target="/ppt/slideLayouts/slideLayout4.xml" Id="Re58ff667ce8442f8" /><Relationship Type="http://schemas.openxmlformats.org/officeDocument/2006/relationships/slideLayout" Target="/ppt/slideLayouts/slideLayout5.xml" Id="R386691bd65a6444c" /><Relationship Type="http://schemas.openxmlformats.org/officeDocument/2006/relationships/slideLayout" Target="/ppt/slideLayouts/slideLayout6.xml" Id="R6c3e91dff75c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78ab18c534108"/>
    <p:sldLayoutId xmlns:r="http://schemas.openxmlformats.org/officeDocument/2006/relationships" id="2147483650" r:id="R61b597f65d084771"/>
    <p:sldLayoutId xmlns:r="http://schemas.openxmlformats.org/officeDocument/2006/relationships" id="2147483651" r:id="R016bc3a95daa488e"/>
    <p:sldLayoutId xmlns:r="http://schemas.openxmlformats.org/officeDocument/2006/relationships" id="2147483652" r:id="Re58ff667ce8442f8"/>
    <p:sldLayoutId xmlns:r="http://schemas.openxmlformats.org/officeDocument/2006/relationships" id="2147483653" r:id="R386691bd65a6444c"/>
    <p:sldLayoutId xmlns:r="http://schemas.openxmlformats.org/officeDocument/2006/relationships" id="2147483654" r:id="R6c3e91dff75c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b70226fc64c08" /><Relationship Type="http://schemas.openxmlformats.org/officeDocument/2006/relationships/notesSlide" Target="/ppt/notesSlides/notesSlide1.xml" Id="Rb0fff5f60484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4144d3f7240cc" /><Relationship Type="http://schemas.openxmlformats.org/officeDocument/2006/relationships/notesSlide" Target="/ppt/notesSlides/notesSlide2.xml" Id="R906fde40ecf0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19c79cf404013" /><Relationship Type="http://schemas.openxmlformats.org/officeDocument/2006/relationships/notesSlide" Target="/ppt/notesSlides/notesSlide3.xml" Id="R577c893da3d2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2282825814e2f" /><Relationship Type="http://schemas.openxmlformats.org/officeDocument/2006/relationships/notesSlide" Target="/ppt/notesSlides/notesSlide4.xml" Id="R526efa7988fe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7a3a46cc2434a" /><Relationship Type="http://schemas.openxmlformats.org/officeDocument/2006/relationships/notesSlide" Target="/ppt/notesSlides/notesSlide5.xml" Id="R6e4eadab58a342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ed46d82064353" /><Relationship Type="http://schemas.openxmlformats.org/officeDocument/2006/relationships/notesSlide" Target="/ppt/notesSlides/notesSlide6.xml" Id="Rd4463c60dbcf44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721b8c9c94401" /><Relationship Type="http://schemas.openxmlformats.org/officeDocument/2006/relationships/notesSlide" Target="/ppt/notesSlides/notesSlide7.xml" Id="R6148e695dc4b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A1A47-3BC3-4B47-A7B4-EB75AF1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Помощник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первокурсника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8647D-A854-4902-9EF7-410794B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B7DBD9"/>
                </a:solidFill>
              </a:defRPr>
            </a:defPPr>
            <a:lvl1pPr>
              <a:defRPr sz="2400" b="0">
                <a:solidFill>
                  <a:srgbClr val="B7DBD9"/>
                </a:solidFill>
              </a:defRPr>
            </a:lvl1pPr>
            <a:lvl2pPr>
              <a:defRPr sz="2400" b="0">
                <a:solidFill>
                  <a:srgbClr val="B7DBD9"/>
                </a:solidFill>
              </a:defRPr>
            </a:lvl2pPr>
            <a:lvl3pPr>
              <a:defRPr sz="2400" b="0">
                <a:solidFill>
                  <a:srgbClr val="B7DBD9"/>
                </a:solidFill>
              </a:defRPr>
            </a:lvl3pPr>
            <a:lvl4pPr>
              <a:defRPr sz="2400" b="0">
                <a:solidFill>
                  <a:srgbClr val="B7DBD9"/>
                </a:solidFill>
              </a:defRPr>
            </a:lvl4pPr>
            <a:lvl5pPr>
              <a:defRPr sz="2400" b="0">
                <a:solidFill>
                  <a:srgbClr val="B7DBD9"/>
                </a:solidFill>
              </a:defRPr>
            </a:lvl5pPr>
            <a:lvl6pPr>
              <a:defRPr sz="2400" b="0">
                <a:solidFill>
                  <a:srgbClr val="B7DBD9"/>
                </a:solidFill>
              </a:defRPr>
            </a:lvl6pPr>
            <a:lvl7pPr>
              <a:defRPr sz="2400" b="0">
                <a:solidFill>
                  <a:srgbClr val="B7DBD9"/>
                </a:solidFill>
              </a:defRPr>
            </a:lvl7pPr>
            <a:lvl8pPr>
              <a:defRPr sz="2400" b="0">
                <a:solidFill>
                  <a:srgbClr val="B7DBD9"/>
                </a:solidFill>
              </a:defRPr>
            </a:lvl8pPr>
            <a:lvl9pPr>
              <a:defRPr sz="2400" b="0">
                <a:solidFill>
                  <a:srgbClr val="B7DBD9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7DBD9"/>
                </a:solidFill>
              </a:defRPr>
            </a:pPr>
            <a:r>
              <a:rPr sz="2400" b="0">
                <a:solidFill>
                  <a:srgbClr val="B7DBD9"/>
                </a:solidFill>
              </a:rPr>
              <a:t>ИВТ МИЭМ НИУ ВШЭ</a:t>
            </a:r>
          </a:p>
          <a:p xmlns:a="http://schemas.openxmlformats.org/drawingml/2006/main">
            <a:pPr>
              <a:defRPr sz="2400" b="0">
                <a:solidFill>
                  <a:srgbClr val="B7DBD9"/>
                </a:solidFill>
              </a:defRPr>
            </a:pPr>
            <a:r>
              <a:rPr sz="2400" b="0">
                <a:solidFill>
                  <a:srgbClr val="B7DBD9"/>
                </a:solidFill>
              </a:rPr>
              <a:t>Программы дисциплин 2026/2027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846D9-83A8-4829-9921-AB8ACB3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Прототип на Python и Streamlit</a:t>
            </a:r>
          </a:p>
        </p:txBody>
      </p:sp>
    </p:spTree>
    <p:extLst>
      <p:ext uri="{BB962C8B-B14F-4D97-AF65-F5344CB8AC3E}">
        <p14:creationId xmlns:p14="http://schemas.microsoft.com/office/powerpoint/2010/main" val="1292568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2F2D2-89D2-4E58-A3DF-0D8FFBCF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Данные и границы корпуса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9A5CC-80E3-49F1-A68B-5A3D42D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25 программ с двух страниц официального каталога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375C-85F6-4383-A99D-9F05573A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Сохраняем HTML, разделы программы и адрес каждого источника.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E4837-A36A-40ED-A110-5CE46B04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Проверяем первый курс и учебный год. Варианты курсов храним отдельно.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848E1-0F9F-4FA8-A53D-46611F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Формулы за 2027/2028 исключаем. Общие темы многолетних курсов не разделены в источнике.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1BD41-C9AE-4748-A74E-15C4F31A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5382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0D4D7-3F63-406C-92B4-86B811C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Как формируется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56CBA-26EA-4563-B22C-8B27E2E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Локальный поиск и короткие цитаты с проверяемыми ссылками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5ADD7-1769-4CC4-89FD-547B90C5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Вопрос определяет дисциплину и раздел: темы, оценивание, литература.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B3FB3-9B69-4BD1-B3FB-AB464E0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TF-IDF по основам слов и символьным фрагментам ранжирует документы.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7BF0-26E1-4CEC-876A-4362A6B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Ответ показывает выдержки. Формулу сохраняем целиком вместе с модулем.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4EDE1-915B-4222-8008-20945EC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7651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ABC5A-B16B-41E8-B21F-2A1691D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Почему выбран этот подход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05B00-B9AA-4101-A4C6-3B75252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Приоритет MVP: воспроизводимость и быстрый запуск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1AD9-AC84-4189-B8F0-0FDB0042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Не нужны API-ключи, оплата модели и сеть во время ответа.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C55E-285D-4304-A31D-FF373DAE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Цитаты позволяют сверить числа и названия с сохраненным источником.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91B55-B90E-410F-9348-3DC25D2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Цена решения: ограниченное понимание перефразировок и отсутствие свободного синтеза.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5501-EB94-4480-B89B-5C87831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9273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6E333-F6EA-467D-8542-0BB4A058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Результаты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3A5C7-A5AF-40DE-88D8-7B9ECA5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24 успешных вопроса и 12 примеров ограничений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996E0-B172-4A73-A473-F74A9B5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24/24 проверки заданных фактов, дисциплины и происхождения цитат.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75110-8772-4820-9F00-30861A63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16 технических проверок прошли, включая сценарий в Streamlit.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D10BD-C38A-49A9-B618-2E8D3C8B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Авторский набор показывает работоспособность. Это не оценка точности на любых вопросах.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B0FF-3FBA-4A56-8793-AF94153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8697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EFFB9-DACF-4666-B772-1A4800C9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Где помощник ошибается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390CA-522D-4E2E-ADD3-2E1215C7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Близкий фрагмент не всегда отвечает на вопрос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C6866-F401-4878-B750-90F290E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Не объясняет доказательства, не рассчитывает оценку и не составляет личный план.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9F554-491C-4379-8A03-F09B973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Сравнение курсов и поиск на другом языке остаются слабыми.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D8B4D-C512-4C57-A468-38923C2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Источник тоже ошибается: у матанализа во 2 модуле сумма весов 0.85. Показываем предупреждение.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B2CFD-A8A7-4B60-ACEF-623D4EA3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4767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48443-934A-4D97-849A-2FAC9815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2B43"/>
                </a:solidFill>
              </a:defRPr>
            </a:defPPr>
            <a:lvl1pPr>
              <a:defRPr sz="3600" b="1">
                <a:solidFill>
                  <a:srgbClr val="152B43"/>
                </a:solidFill>
              </a:defRPr>
            </a:lvl1pPr>
            <a:lvl2pPr>
              <a:defRPr sz="3600" b="1">
                <a:solidFill>
                  <a:srgbClr val="152B43"/>
                </a:solidFill>
              </a:defRPr>
            </a:lvl2pPr>
            <a:lvl3pPr>
              <a:defRPr sz="3600" b="1">
                <a:solidFill>
                  <a:srgbClr val="152B43"/>
                </a:solidFill>
              </a:defRPr>
            </a:lvl3pPr>
            <a:lvl4pPr>
              <a:defRPr sz="3600" b="1">
                <a:solidFill>
                  <a:srgbClr val="152B43"/>
                </a:solidFill>
              </a:defRPr>
            </a:lvl4pPr>
            <a:lvl5pPr>
              <a:defRPr sz="3600" b="1">
                <a:solidFill>
                  <a:srgbClr val="152B43"/>
                </a:solidFill>
              </a:defRPr>
            </a:lvl5pPr>
            <a:lvl6pPr>
              <a:defRPr sz="3600" b="1">
                <a:solidFill>
                  <a:srgbClr val="152B43"/>
                </a:solidFill>
              </a:defRPr>
            </a:lvl6pPr>
            <a:lvl7pPr>
              <a:defRPr sz="3600" b="1">
                <a:solidFill>
                  <a:srgbClr val="152B43"/>
                </a:solidFill>
              </a:defRPr>
            </a:lvl7pPr>
            <a:lvl8pPr>
              <a:defRPr sz="3600" b="1">
                <a:solidFill>
                  <a:srgbClr val="152B43"/>
                </a:solidFill>
              </a:defRPr>
            </a:lvl8pPr>
            <a:lvl9pPr>
              <a:defRPr sz="3600" b="1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2B43"/>
                </a:solidFill>
              </a:defRPr>
            </a:pPr>
            <a:r>
              <a:rPr sz="3600" b="1">
                <a:solidFill>
                  <a:srgbClr val="152B43"/>
                </a:solidFill>
              </a:rPr>
              <a:t>Следующие два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F726B-2DA6-4DF6-A55E-997864F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717C"/>
                </a:solidFill>
              </a:defRPr>
            </a:defPPr>
            <a:lvl1pPr>
              <a:defRPr sz="1950" b="0">
                <a:solidFill>
                  <a:srgbClr val="53717C"/>
                </a:solidFill>
              </a:defRPr>
            </a:lvl1pPr>
            <a:lvl2pPr>
              <a:defRPr sz="1950" b="0">
                <a:solidFill>
                  <a:srgbClr val="53717C"/>
                </a:solidFill>
              </a:defRPr>
            </a:lvl2pPr>
            <a:lvl3pPr>
              <a:defRPr sz="1950" b="0">
                <a:solidFill>
                  <a:srgbClr val="53717C"/>
                </a:solidFill>
              </a:defRPr>
            </a:lvl3pPr>
            <a:lvl4pPr>
              <a:defRPr sz="1950" b="0">
                <a:solidFill>
                  <a:srgbClr val="53717C"/>
                </a:solidFill>
              </a:defRPr>
            </a:lvl4pPr>
            <a:lvl5pPr>
              <a:defRPr sz="1950" b="0">
                <a:solidFill>
                  <a:srgbClr val="53717C"/>
                </a:solidFill>
              </a:defRPr>
            </a:lvl5pPr>
            <a:lvl6pPr>
              <a:defRPr sz="1950" b="0">
                <a:solidFill>
                  <a:srgbClr val="53717C"/>
                </a:solidFill>
              </a:defRPr>
            </a:lvl6pPr>
            <a:lvl7pPr>
              <a:defRPr sz="1950" b="0">
                <a:solidFill>
                  <a:srgbClr val="53717C"/>
                </a:solidFill>
              </a:defRPr>
            </a:lvl7pPr>
            <a:lvl8pPr>
              <a:defRPr sz="1950" b="0">
                <a:solidFill>
                  <a:srgbClr val="53717C"/>
                </a:solidFill>
              </a:defRPr>
            </a:lvl8pPr>
            <a:lvl9pPr>
              <a:defRPr sz="19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717C"/>
                </a:solidFill>
              </a:defRPr>
            </a:pPr>
            <a:r>
              <a:rPr sz="1950" b="0">
                <a:solidFill>
                  <a:srgbClr val="53717C"/>
                </a:solidFill>
              </a:rPr>
              <a:t>Улучшения после работающего локального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AED0E-0008-4D68-ACD3-61623F3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День 1: сверка программ и формул, embeddings и reranker, независимые тестовые вопросы.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E179F-6EDC-4AB3-9110-A620FF0D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День 2: LLM с проверкой цитат, сравнение курсов и калькулятор по подтвержденным правилам.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06987-BF50-4988-8743-7CEE91F1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B43"/>
                </a:solidFill>
              </a:defRPr>
            </a:defPPr>
            <a:lvl1pPr>
              <a:defRPr sz="2250" b="0">
                <a:solidFill>
                  <a:srgbClr val="152B43"/>
                </a:solidFill>
              </a:defRPr>
            </a:lvl1pPr>
            <a:lvl2pPr>
              <a:defRPr sz="2250" b="0">
                <a:solidFill>
                  <a:srgbClr val="152B43"/>
                </a:solidFill>
              </a:defRPr>
            </a:lvl2pPr>
            <a:lvl3pPr>
              <a:defRPr sz="2250" b="0">
                <a:solidFill>
                  <a:srgbClr val="152B43"/>
                </a:solidFill>
              </a:defRPr>
            </a:lvl3pPr>
            <a:lvl4pPr>
              <a:defRPr sz="2250" b="0">
                <a:solidFill>
                  <a:srgbClr val="152B43"/>
                </a:solidFill>
              </a:defRPr>
            </a:lvl4pPr>
            <a:lvl5pPr>
              <a:defRPr sz="2250" b="0">
                <a:solidFill>
                  <a:srgbClr val="152B43"/>
                </a:solidFill>
              </a:defRPr>
            </a:lvl5pPr>
            <a:lvl6pPr>
              <a:defRPr sz="2250" b="0">
                <a:solidFill>
                  <a:srgbClr val="152B43"/>
                </a:solidFill>
              </a:defRPr>
            </a:lvl6pPr>
            <a:lvl7pPr>
              <a:defRPr sz="2250" b="0">
                <a:solidFill>
                  <a:srgbClr val="152B43"/>
                </a:solidFill>
              </a:defRPr>
            </a:lvl7pPr>
            <a:lvl8pPr>
              <a:defRPr sz="2250" b="0">
                <a:solidFill>
                  <a:srgbClr val="152B43"/>
                </a:solidFill>
              </a:defRPr>
            </a:lvl8pPr>
            <a:lvl9pPr>
              <a:defRPr sz="2250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B43"/>
                </a:solidFill>
              </a:defRPr>
            </a:pPr>
            <a:r>
              <a:rPr sz="2250" b="0">
                <a:solidFill>
                  <a:srgbClr val="152B43"/>
                </a:solidFill>
              </a:rPr>
              <a:t>Повторный замер качества и времени ответа. Контейнер и публичный демостенд.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BC3B6-A159-435E-B886-99F8A5A7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717C"/>
                </a:solidFill>
              </a:defRPr>
            </a:defPPr>
            <a:lvl1pPr>
              <a:defRPr sz="1350" b="0">
                <a:solidFill>
                  <a:srgbClr val="53717C"/>
                </a:solidFill>
              </a:defRPr>
            </a:lvl1pPr>
            <a:lvl2pPr>
              <a:defRPr sz="1350" b="0">
                <a:solidFill>
                  <a:srgbClr val="53717C"/>
                </a:solidFill>
              </a:defRPr>
            </a:lvl2pPr>
            <a:lvl3pPr>
              <a:defRPr sz="1350" b="0">
                <a:solidFill>
                  <a:srgbClr val="53717C"/>
                </a:solidFill>
              </a:defRPr>
            </a:lvl3pPr>
            <a:lvl4pPr>
              <a:defRPr sz="1350" b="0">
                <a:solidFill>
                  <a:srgbClr val="53717C"/>
                </a:solidFill>
              </a:defRPr>
            </a:lvl4pPr>
            <a:lvl5pPr>
              <a:defRPr sz="1350" b="0">
                <a:solidFill>
                  <a:srgbClr val="53717C"/>
                </a:solidFill>
              </a:defRPr>
            </a:lvl5pPr>
            <a:lvl6pPr>
              <a:defRPr sz="1350" b="0">
                <a:solidFill>
                  <a:srgbClr val="53717C"/>
                </a:solidFill>
              </a:defRPr>
            </a:lvl6pPr>
            <a:lvl7pPr>
              <a:defRPr sz="1350" b="0">
                <a:solidFill>
                  <a:srgbClr val="53717C"/>
                </a:solidFill>
              </a:defRPr>
            </a:lvl7pPr>
            <a:lvl8pPr>
              <a:defRPr sz="1350" b="0">
                <a:solidFill>
                  <a:srgbClr val="53717C"/>
                </a:solidFill>
              </a:defRPr>
            </a:lvl8pPr>
            <a:lvl9pPr>
              <a:defRPr sz="1350" b="0">
                <a:solidFill>
                  <a:srgbClr val="5371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717C"/>
                </a:solidFill>
              </a:defRPr>
            </a:pPr>
            <a:r>
              <a:rPr sz="1350" b="0">
                <a:solidFill>
                  <a:srgbClr val="53717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2158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2026-10-22T17:16:58.6350000Z</dcterms:created>
  <dcterms:modified xsi:type="dcterms:W3CDTF">2026-10-22T17:16:58.6350000Z</dcterms:modified>
</coreProperties>
</file>